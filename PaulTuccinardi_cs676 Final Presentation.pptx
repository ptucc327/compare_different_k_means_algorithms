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Montserrat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355773D-4FE7-4788-812A-2EBDE2FEB807}">
  <a:tblStyle styleId="{0355773D-4FE7-4788-812A-2EBDE2FEB80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11" Type="http://schemas.openxmlformats.org/officeDocument/2006/relationships/slide" Target="slides/slide5.xml"/><Relationship Id="rId22" Type="http://schemas.openxmlformats.org/officeDocument/2006/relationships/font" Target="fonts/Lato-italic.fntdata"/><Relationship Id="rId10" Type="http://schemas.openxmlformats.org/officeDocument/2006/relationships/slide" Target="slides/slide4.xml"/><Relationship Id="rId21" Type="http://schemas.openxmlformats.org/officeDocument/2006/relationships/font" Target="fonts/Lato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La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Montserrat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Montserrat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8e542d551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8e542d551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a5bfe20e8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a5bfe20e8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a68078c22b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a68078c22b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a2dc27653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a2dc27653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a5bfe20e8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a5bfe20e8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a68078c22b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a68078c22b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a68078c22b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a68078c22b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a2dc27653e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a2dc27653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CS676 Final Presentation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Paul Tuccinardi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Idea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Create a way to compare different clustering algorithms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Goal is to compare K-means, K-medians and K-medoids algorithms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Method to compare</a:t>
            </a:r>
            <a:endParaRPr sz="17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Create dataset and find the optimal value for k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Create the </a:t>
            </a:r>
            <a:r>
              <a:rPr lang="en" sz="1500"/>
              <a:t>clusterings for each of the methods and graph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Find a way to outline cluster area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Find area of clusters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Find way to compare the areas of various clusters and where they overlap</a:t>
            </a:r>
            <a:endParaRPr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Idea</a:t>
            </a:r>
            <a:endParaRPr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For this project to work a few things need to be defined</a:t>
            </a:r>
            <a:endParaRPr sz="1900"/>
          </a:p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Dataset needs to be the same for all clustering algorithms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Center points/ medoid points need to be the same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Area of cluster needs to be defined for certain criterias</a:t>
            </a:r>
            <a:endParaRPr sz="19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AutoNum type="alphaLcPeriod"/>
            </a:pPr>
            <a:r>
              <a:rPr lang="en" sz="1700"/>
              <a:t>If there is one point the area is 0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AutoNum type="alphaLcPeriod"/>
            </a:pPr>
            <a:r>
              <a:rPr lang="en" sz="1700"/>
              <a:t>If there are 2 points, create a circle surrounding them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AutoNum type="alphaLcPeriod"/>
            </a:pPr>
            <a:r>
              <a:rPr lang="en" sz="1700"/>
              <a:t>If there are 3 points or more, find the area.</a:t>
            </a:r>
            <a:endParaRPr sz="1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Tools used</a:t>
            </a:r>
            <a:endParaRPr/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Utilized matplotlib  to create appropriate graphs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sklearn to create k-means and k-medoids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Used pyclustering to create k-medians clustering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Used Polygon import to calculate area of cluster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Use math import to calculate distance for radius of circle</a:t>
            </a:r>
            <a:endParaRPr sz="1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0" name="Google Shape;16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0550" y="347275"/>
            <a:ext cx="5379974" cy="4448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166" name="Google Shape;166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7" name="Google Shape;16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875" y="1226725"/>
            <a:ext cx="3505751" cy="341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4151" y="1307848"/>
            <a:ext cx="4098800" cy="306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"/>
          <p:cNvSpPr txBox="1"/>
          <p:nvPr>
            <p:ph type="title"/>
          </p:nvPr>
        </p:nvSpPr>
        <p:spPr>
          <a:xfrm>
            <a:off x="1282700" y="37592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pic>
        <p:nvPicPr>
          <p:cNvPr id="174" name="Google Shape;17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798" y="986940"/>
            <a:ext cx="3711250" cy="340517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5" name="Google Shape;175;p19"/>
          <p:cNvGraphicFramePr/>
          <p:nvPr/>
        </p:nvGraphicFramePr>
        <p:xfrm>
          <a:off x="4244750" y="194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{0355773D-4FE7-4788-812A-2EBDE2FEB807}</a:tableStyleId>
              </a:tblPr>
              <a:tblGrid>
                <a:gridCol w="1010825"/>
                <a:gridCol w="1010825"/>
              </a:tblGrid>
              <a:tr h="289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</a:rPr>
                        <a:t>K-medoids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area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89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1.571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89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2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89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2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89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3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2.5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27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4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1.5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76" name="Google Shape;176;p19"/>
          <p:cNvGraphicFramePr/>
          <p:nvPr/>
        </p:nvGraphicFramePr>
        <p:xfrm>
          <a:off x="6902550" y="194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{0355773D-4FE7-4788-812A-2EBDE2FEB807}</a:tableStyleId>
              </a:tblPr>
              <a:tblGrid>
                <a:gridCol w="1010825"/>
                <a:gridCol w="1010825"/>
              </a:tblGrid>
              <a:tr h="289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</a:rPr>
                        <a:t>K-means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area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89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0.5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89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2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89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2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2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89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3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1.5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27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4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0.5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77" name="Google Shape;177;p19"/>
          <p:cNvGraphicFramePr/>
          <p:nvPr/>
        </p:nvGraphicFramePr>
        <p:xfrm>
          <a:off x="5693225" y="2631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{0355773D-4FE7-4788-812A-2EBDE2FEB807}</a:tableStyleId>
              </a:tblPr>
              <a:tblGrid>
                <a:gridCol w="953575"/>
                <a:gridCol w="953575"/>
              </a:tblGrid>
              <a:tr h="380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K-medians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area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0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2.5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0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2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0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2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0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3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0.5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0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4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183" name="Google Shape;183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Some clusters contained the same area between the various methods</a:t>
            </a:r>
            <a:endParaRPr sz="17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All area ranges are between 0.5 and 2.5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Overall each clustering method produced slightly different clusterings with different resulting areas for the same dataset</a:t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